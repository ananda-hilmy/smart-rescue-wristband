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Boston Angel" charset="1" panose="00000000000000000000"/>
      <p:regular r:id="rId23"/>
    </p:embeddedFont>
    <p:embeddedFont>
      <p:font typeface="Be Vietnam" charset="1" panose="00000500000000000000"/>
      <p:regular r:id="rId24"/>
    </p:embeddedFont>
    <p:embeddedFont>
      <p:font typeface="Be Vietnam Ultra-Bold" charset="1" panose="000009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grpSp>
        <p:nvGrpSpPr>
          <p:cNvPr name="Group 4" id="4"/>
          <p:cNvGrpSpPr/>
          <p:nvPr/>
        </p:nvGrpSpPr>
        <p:grpSpPr>
          <a:xfrm rot="-2460">
            <a:off x="2493775" y="3953604"/>
            <a:ext cx="13295671" cy="9525"/>
            <a:chOff x="0" y="0"/>
            <a:chExt cx="17727562" cy="1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" y="0"/>
              <a:ext cx="17714849" cy="12700"/>
            </a:xfrm>
            <a:custGeom>
              <a:avLst/>
              <a:gdLst/>
              <a:ahLst/>
              <a:cxnLst/>
              <a:rect r="r" b="b" t="t" l="l"/>
              <a:pathLst>
                <a:path h="12700" w="17714849">
                  <a:moveTo>
                    <a:pt x="0" y="0"/>
                  </a:moveTo>
                  <a:lnTo>
                    <a:pt x="17714849" y="0"/>
                  </a:lnTo>
                  <a:lnTo>
                    <a:pt x="177148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93774" y="6223392"/>
            <a:ext cx="13295681" cy="9525"/>
            <a:chOff x="0" y="0"/>
            <a:chExt cx="17727574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0"/>
              <a:ext cx="17714849" cy="12700"/>
            </a:xfrm>
            <a:custGeom>
              <a:avLst/>
              <a:gdLst/>
              <a:ahLst/>
              <a:cxnLst/>
              <a:rect r="r" b="b" t="t" l="l"/>
              <a:pathLst>
                <a:path h="12700" w="17714849">
                  <a:moveTo>
                    <a:pt x="0" y="0"/>
                  </a:moveTo>
                  <a:lnTo>
                    <a:pt x="17714849" y="0"/>
                  </a:lnTo>
                  <a:lnTo>
                    <a:pt x="177148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4772" y="8799357"/>
            <a:ext cx="18292772" cy="1487643"/>
            <a:chOff x="0" y="0"/>
            <a:chExt cx="3763945" cy="3060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63945" cy="306099"/>
            </a:xfrm>
            <a:custGeom>
              <a:avLst/>
              <a:gdLst/>
              <a:ahLst/>
              <a:cxnLst/>
              <a:rect r="r" b="b" t="t" l="l"/>
              <a:pathLst>
                <a:path h="306099" w="3763945">
                  <a:moveTo>
                    <a:pt x="0" y="0"/>
                  </a:moveTo>
                  <a:lnTo>
                    <a:pt x="3763945" y="0"/>
                  </a:lnTo>
                  <a:lnTo>
                    <a:pt x="3763945" y="306099"/>
                  </a:lnTo>
                  <a:lnTo>
                    <a:pt x="0" y="306099"/>
                  </a:lnTo>
                  <a:close/>
                </a:path>
              </a:pathLst>
            </a:custGeom>
            <a:solidFill>
              <a:srgbClr val="2D3E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763945" cy="344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04925" y="243024"/>
            <a:ext cx="505062" cy="635887"/>
          </a:xfrm>
          <a:custGeom>
            <a:avLst/>
            <a:gdLst/>
            <a:ahLst/>
            <a:cxnLst/>
            <a:rect r="r" b="b" t="t" l="l"/>
            <a:pathLst>
              <a:path h="635887" w="505062">
                <a:moveTo>
                  <a:pt x="0" y="0"/>
                </a:moveTo>
                <a:lnTo>
                  <a:pt x="505062" y="0"/>
                </a:lnTo>
                <a:lnTo>
                  <a:pt x="505062" y="635886"/>
                </a:lnTo>
                <a:lnTo>
                  <a:pt x="0" y="635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93774" y="3920261"/>
            <a:ext cx="13295681" cy="218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099">
                <a:solidFill>
                  <a:srgbClr val="2D3E70"/>
                </a:solidFill>
                <a:latin typeface="Boston Angel"/>
                <a:ea typeface="Boston Angel"/>
                <a:cs typeface="Boston Angel"/>
                <a:sym typeface="Boston Angel"/>
              </a:rPr>
              <a:t>Implementasi Smart Rescue Wristband Berbasis IoT Menggunakan Sensor Detak Jantung, GPS, dan Komunikasi LoRa pada Sistem Gelang Pelampung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93774" y="1356717"/>
            <a:ext cx="13261419" cy="252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9"/>
              </a:lnSpc>
            </a:pPr>
            <a:r>
              <a:rPr lang="en-US" sz="13999">
                <a:solidFill>
                  <a:srgbClr val="2D3E70"/>
                </a:solidFill>
                <a:latin typeface="Boston Angel"/>
                <a:ea typeface="Boston Angel"/>
                <a:cs typeface="Boston Angel"/>
                <a:sym typeface="Boston Angel"/>
              </a:rPr>
              <a:t>Seminar Hasil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93780" y="6451992"/>
            <a:ext cx="1326141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Dipresentasikan oleh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97638" y="388564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Institut Teknologi Batam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0064" y="9056532"/>
            <a:ext cx="4941506" cy="62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Dosen Pembimbing : M. Abrar Masril, M.Kom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Teknik Komputer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28035" y="7188094"/>
            <a:ext cx="13261419" cy="5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3499">
                <a:solidFill>
                  <a:srgbClr val="20202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Ananda Hilmy - 2222027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0064" y="9505079"/>
            <a:ext cx="5277869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Dosen Pembimbing : Joni Eka Candra, S.T., M.T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014908" y="9056532"/>
            <a:ext cx="553014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Dosen Penguji : Deosa Putra Caniago, M.Kom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9763" y="9505079"/>
            <a:ext cx="577079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Dosen Penguji : Mhd Adi Setiawan Aritonang, M.Kom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SIDANG SEMINAR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95621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D3E70"/>
                </a:solidFill>
                <a:latin typeface="Be Vietnam"/>
                <a:ea typeface="Be Vietnam"/>
                <a:cs typeface="Be Vietnam"/>
                <a:sym typeface="Be Vietnam"/>
              </a:rPr>
              <a:t>HALAMAN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5270" y="712746"/>
            <a:ext cx="8349777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Ikhtisar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0824" y="3494046"/>
            <a:ext cx="64423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Analisi Sistem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4274" y="5203041"/>
            <a:ext cx="455944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Blok Diagram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0824" y="6055898"/>
            <a:ext cx="455944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Data Flow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95441" y="3518707"/>
            <a:ext cx="455944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Flowchart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60824" y="4249696"/>
            <a:ext cx="6442375" cy="13439"/>
            <a:chOff x="0" y="0"/>
            <a:chExt cx="6087986" cy="12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366" y="0"/>
              <a:ext cx="6079280" cy="12700"/>
            </a:xfrm>
            <a:custGeom>
              <a:avLst/>
              <a:gdLst/>
              <a:ahLst/>
              <a:cxnLst/>
              <a:rect r="r" b="b" t="t" l="l"/>
              <a:pathLst>
                <a:path h="12700" w="6079280">
                  <a:moveTo>
                    <a:pt x="0" y="0"/>
                  </a:moveTo>
                  <a:lnTo>
                    <a:pt x="6079280" y="0"/>
                  </a:lnTo>
                  <a:lnTo>
                    <a:pt x="607928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60824" y="5111537"/>
            <a:ext cx="6442375" cy="13439"/>
            <a:chOff x="0" y="0"/>
            <a:chExt cx="6087986" cy="12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366" y="0"/>
              <a:ext cx="6079280" cy="12700"/>
            </a:xfrm>
            <a:custGeom>
              <a:avLst/>
              <a:gdLst/>
              <a:ahLst/>
              <a:cxnLst/>
              <a:rect r="r" b="b" t="t" l="l"/>
              <a:pathLst>
                <a:path h="12700" w="6079280">
                  <a:moveTo>
                    <a:pt x="0" y="0"/>
                  </a:moveTo>
                  <a:lnTo>
                    <a:pt x="6079280" y="0"/>
                  </a:lnTo>
                  <a:lnTo>
                    <a:pt x="607928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60824" y="5937684"/>
            <a:ext cx="6442375" cy="13439"/>
            <a:chOff x="0" y="0"/>
            <a:chExt cx="6087986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366" y="0"/>
              <a:ext cx="6079280" cy="12700"/>
            </a:xfrm>
            <a:custGeom>
              <a:avLst/>
              <a:gdLst/>
              <a:ahLst/>
              <a:cxnLst/>
              <a:rect r="r" b="b" t="t" l="l"/>
              <a:pathLst>
                <a:path h="12700" w="6079280">
                  <a:moveTo>
                    <a:pt x="0" y="0"/>
                  </a:moveTo>
                  <a:lnTo>
                    <a:pt x="6079280" y="0"/>
                  </a:lnTo>
                  <a:lnTo>
                    <a:pt x="607928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54274" y="6802023"/>
            <a:ext cx="6442375" cy="13439"/>
            <a:chOff x="0" y="0"/>
            <a:chExt cx="6087986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366" y="0"/>
              <a:ext cx="6079280" cy="12700"/>
            </a:xfrm>
            <a:custGeom>
              <a:avLst/>
              <a:gdLst/>
              <a:ahLst/>
              <a:cxnLst/>
              <a:rect r="r" b="b" t="t" l="l"/>
              <a:pathLst>
                <a:path h="12700" w="6079280">
                  <a:moveTo>
                    <a:pt x="0" y="0"/>
                  </a:moveTo>
                  <a:lnTo>
                    <a:pt x="6079280" y="0"/>
                  </a:lnTo>
                  <a:lnTo>
                    <a:pt x="607928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8891" y="4353328"/>
            <a:ext cx="64423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Diagram Use Case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8891" y="5203041"/>
            <a:ext cx="455944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Database Diagram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8891" y="6055898"/>
            <a:ext cx="455944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Rangkaian Elektronika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98614" y="7101212"/>
            <a:ext cx="2890772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Perancangan Alat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95441" y="4236257"/>
            <a:ext cx="6442375" cy="13439"/>
            <a:chOff x="0" y="0"/>
            <a:chExt cx="6087986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366" y="0"/>
              <a:ext cx="6079280" cy="12700"/>
            </a:xfrm>
            <a:custGeom>
              <a:avLst/>
              <a:gdLst/>
              <a:ahLst/>
              <a:cxnLst/>
              <a:rect r="r" b="b" t="t" l="l"/>
              <a:pathLst>
                <a:path h="12700" w="6079280">
                  <a:moveTo>
                    <a:pt x="0" y="0"/>
                  </a:moveTo>
                  <a:lnTo>
                    <a:pt x="6079280" y="0"/>
                  </a:lnTo>
                  <a:lnTo>
                    <a:pt x="607928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95441" y="5098098"/>
            <a:ext cx="6442375" cy="13439"/>
            <a:chOff x="0" y="0"/>
            <a:chExt cx="6087986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366" y="0"/>
              <a:ext cx="6079280" cy="12700"/>
            </a:xfrm>
            <a:custGeom>
              <a:avLst/>
              <a:gdLst/>
              <a:ahLst/>
              <a:cxnLst/>
              <a:rect r="r" b="b" t="t" l="l"/>
              <a:pathLst>
                <a:path h="12700" w="6079280">
                  <a:moveTo>
                    <a:pt x="0" y="0"/>
                  </a:moveTo>
                  <a:lnTo>
                    <a:pt x="6079280" y="0"/>
                  </a:lnTo>
                  <a:lnTo>
                    <a:pt x="607928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95441" y="5924244"/>
            <a:ext cx="6442375" cy="13439"/>
            <a:chOff x="0" y="0"/>
            <a:chExt cx="6087986" cy="12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366" y="0"/>
              <a:ext cx="6079280" cy="12700"/>
            </a:xfrm>
            <a:custGeom>
              <a:avLst/>
              <a:gdLst/>
              <a:ahLst/>
              <a:cxnLst/>
              <a:rect r="r" b="b" t="t" l="l"/>
              <a:pathLst>
                <a:path h="12700" w="6079280">
                  <a:moveTo>
                    <a:pt x="0" y="0"/>
                  </a:moveTo>
                  <a:lnTo>
                    <a:pt x="6079280" y="0"/>
                  </a:lnTo>
                  <a:lnTo>
                    <a:pt x="607928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288891" y="6802023"/>
            <a:ext cx="6442375" cy="13439"/>
            <a:chOff x="0" y="0"/>
            <a:chExt cx="6087986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366" y="0"/>
              <a:ext cx="6079280" cy="12700"/>
            </a:xfrm>
            <a:custGeom>
              <a:avLst/>
              <a:gdLst/>
              <a:ahLst/>
              <a:cxnLst/>
              <a:rect r="r" b="b" t="t" l="l"/>
              <a:pathLst>
                <a:path h="12700" w="6079280">
                  <a:moveTo>
                    <a:pt x="0" y="0"/>
                  </a:moveTo>
                  <a:lnTo>
                    <a:pt x="6079280" y="0"/>
                  </a:lnTo>
                  <a:lnTo>
                    <a:pt x="607928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560824" y="4353328"/>
            <a:ext cx="64423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Kebutuhan Fungsional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922808" y="7847337"/>
            <a:ext cx="6442375" cy="13439"/>
            <a:chOff x="0" y="0"/>
            <a:chExt cx="6087986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366" y="0"/>
              <a:ext cx="6079280" cy="12700"/>
            </a:xfrm>
            <a:custGeom>
              <a:avLst/>
              <a:gdLst/>
              <a:ahLst/>
              <a:cxnLst/>
              <a:rect r="r" b="b" t="t" l="l"/>
              <a:pathLst>
                <a:path h="12700" w="6079280">
                  <a:moveTo>
                    <a:pt x="0" y="0"/>
                  </a:moveTo>
                  <a:lnTo>
                    <a:pt x="6079280" y="0"/>
                  </a:lnTo>
                  <a:lnTo>
                    <a:pt x="607928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0066" y="388048"/>
            <a:ext cx="468923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  <a:p>
            <a:pPr algn="r">
              <a:lnSpc>
                <a:spcPts val="25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95621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D3E70"/>
                </a:solidFill>
                <a:latin typeface="Be Vietnam"/>
                <a:ea typeface="Be Vietnam"/>
                <a:cs typeface="Be Vietnam"/>
                <a:sym typeface="Be Vietnam"/>
              </a:rPr>
              <a:t>HALAMAN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695" y="1000836"/>
            <a:ext cx="11541366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Analisis Sistem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24911"/>
            <a:ext cx="7750906" cy="558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u="sng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Analisi Kebutuhan Fungsional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Monitoring Medis Real-Time: Menampilkan data detak jantung (BPM) dan kadar oksigen (SpO</a:t>
            </a: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2</a:t>
            </a: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) dari sensor ke dashboard secara langsung.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Geolokasi (Tracking): Memetakan koordinat lintang (latitude) dan bujur (longitude) korban pada peta interaktif.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Deteksi Status Otomatis: Mengonversi data sensor menjadi indikator keselamatan korban (AMAN atau BAHAYA).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Pencatatan Data (Logging): Menyimpan seluruh histori data yang masuk ke dalam database Google Sheets secara berurutan.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508394" y="3124911"/>
            <a:ext cx="7750906" cy="438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u="sng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Analisi Kebutuhan No-Fungsional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Kecepatan Sinkronisasi: Dashboard harus memperbarui data otomatis tiap 3 detik tanpa perlu memuat ulang (refresh) halaman web.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Responsivitas Antarmuka: Grafik (Chart.js) dan peta (Leaflet.js) harus interaktif agar pergerakan dan fluktuasi kondisi korban mudah dipantau.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S</a:t>
            </a:r>
            <a:r>
              <a:rPr lang="en-US" sz="23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tabilitas Middleware: Google Apps Script harus andal dalam menerima kiriman data HTTP dari LoRa32 tanpa ada data yang hilang (data loss).</a:t>
            </a:r>
          </a:p>
          <a:p>
            <a:pPr algn="just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613154"/>
            <a:ext cx="16230600" cy="4287583"/>
          </a:xfrm>
          <a:custGeom>
            <a:avLst/>
            <a:gdLst/>
            <a:ahLst/>
            <a:cxnLst/>
            <a:rect r="r" b="b" t="t" l="l"/>
            <a:pathLst>
              <a:path h="4287583" w="16230600">
                <a:moveTo>
                  <a:pt x="0" y="0"/>
                </a:moveTo>
                <a:lnTo>
                  <a:pt x="16230600" y="0"/>
                </a:lnTo>
                <a:lnTo>
                  <a:pt x="16230600" y="4287584"/>
                </a:lnTo>
                <a:lnTo>
                  <a:pt x="0" y="42875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0066" y="95621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HALAMAN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12938" y="1257356"/>
            <a:ext cx="8046362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00"/>
              </a:lnSpc>
            </a:pPr>
            <a:r>
              <a:rPr lang="en-US" sz="12000">
                <a:solidFill>
                  <a:srgbClr val="2D3E70"/>
                </a:solidFill>
                <a:latin typeface="Boston Angel"/>
                <a:ea typeface="Boston Angel"/>
                <a:cs typeface="Boston Angel"/>
                <a:sym typeface="Boston Angel"/>
              </a:rPr>
              <a:t>Blok Diagram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99147" y="4216175"/>
            <a:ext cx="13089695" cy="2841555"/>
          </a:xfrm>
          <a:custGeom>
            <a:avLst/>
            <a:gdLst/>
            <a:ahLst/>
            <a:cxnLst/>
            <a:rect r="r" b="b" t="t" l="l"/>
            <a:pathLst>
              <a:path h="2841555" w="13089695">
                <a:moveTo>
                  <a:pt x="0" y="0"/>
                </a:moveTo>
                <a:lnTo>
                  <a:pt x="13089696" y="0"/>
                </a:lnTo>
                <a:lnTo>
                  <a:pt x="13089696" y="2841555"/>
                </a:lnTo>
                <a:lnTo>
                  <a:pt x="0" y="2841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80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SIDANG SKRIPSI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3880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2024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5621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JUDUL SKRIPSI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70066" y="95621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HALAMAN 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19256"/>
            <a:ext cx="10494269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2D3E70"/>
                </a:solidFill>
                <a:latin typeface="Boston Angel"/>
                <a:ea typeface="Boston Angel"/>
                <a:cs typeface="Boston Angel"/>
                <a:sym typeface="Boston Angel"/>
              </a:rPr>
              <a:t>Data Flow Level 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589513" y="1019119"/>
            <a:ext cx="5325170" cy="9267881"/>
          </a:xfrm>
          <a:custGeom>
            <a:avLst/>
            <a:gdLst/>
            <a:ahLst/>
            <a:cxnLst/>
            <a:rect r="r" b="b" t="t" l="l"/>
            <a:pathLst>
              <a:path h="9267881" w="5325170">
                <a:moveTo>
                  <a:pt x="0" y="0"/>
                </a:moveTo>
                <a:lnTo>
                  <a:pt x="5325170" y="0"/>
                </a:lnTo>
                <a:lnTo>
                  <a:pt x="5325170" y="9267881"/>
                </a:lnTo>
                <a:lnTo>
                  <a:pt x="0" y="9267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95621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HALAMAN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961094"/>
            <a:ext cx="6465459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Data Flow Level 1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549249" y="1047806"/>
            <a:ext cx="8584374" cy="9267881"/>
          </a:xfrm>
          <a:custGeom>
            <a:avLst/>
            <a:gdLst/>
            <a:ahLst/>
            <a:cxnLst/>
            <a:rect r="r" b="b" t="t" l="l"/>
            <a:pathLst>
              <a:path h="9267881" w="8584374">
                <a:moveTo>
                  <a:pt x="0" y="0"/>
                </a:moveTo>
                <a:lnTo>
                  <a:pt x="8584374" y="0"/>
                </a:lnTo>
                <a:lnTo>
                  <a:pt x="8584374" y="9267880"/>
                </a:lnTo>
                <a:lnTo>
                  <a:pt x="0" y="9267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95621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363A64"/>
                </a:solidFill>
                <a:latin typeface="Be Vietnam"/>
                <a:ea typeface="Be Vietnam"/>
                <a:cs typeface="Be Vietnam"/>
                <a:sym typeface="Be Vietnam"/>
              </a:rPr>
              <a:t>HALAMAN 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76930" y="2961094"/>
            <a:ext cx="3582370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2D3E70"/>
                </a:solidFill>
                <a:latin typeface="Boston Angel"/>
                <a:ea typeface="Boston Angel"/>
                <a:cs typeface="Boston Angel"/>
                <a:sym typeface="Boston Angel"/>
              </a:rPr>
              <a:t>FlowChart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62170" y="1047806"/>
            <a:ext cx="9897130" cy="8210494"/>
          </a:xfrm>
          <a:custGeom>
            <a:avLst/>
            <a:gdLst/>
            <a:ahLst/>
            <a:cxnLst/>
            <a:rect r="r" b="b" t="t" l="l"/>
            <a:pathLst>
              <a:path h="8210494" w="9897130">
                <a:moveTo>
                  <a:pt x="0" y="0"/>
                </a:moveTo>
                <a:lnTo>
                  <a:pt x="9897130" y="0"/>
                </a:lnTo>
                <a:lnTo>
                  <a:pt x="9897130" y="8210494"/>
                </a:lnTo>
                <a:lnTo>
                  <a:pt x="0" y="8210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0066" y="95621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D3E70"/>
                </a:solidFill>
                <a:latin typeface="Be Vietnam"/>
                <a:ea typeface="Be Vietnam"/>
                <a:cs typeface="Be Vietnam"/>
                <a:sym typeface="Be Vietnam"/>
              </a:rPr>
              <a:t>HALAMAN 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961094"/>
            <a:ext cx="6465459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 Use Case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175750"/>
            <a:ext cx="9359114" cy="3809939"/>
          </a:xfrm>
          <a:custGeom>
            <a:avLst/>
            <a:gdLst/>
            <a:ahLst/>
            <a:cxnLst/>
            <a:rect r="r" b="b" t="t" l="l"/>
            <a:pathLst>
              <a:path h="3809939" w="9359114">
                <a:moveTo>
                  <a:pt x="0" y="0"/>
                </a:moveTo>
                <a:lnTo>
                  <a:pt x="9359114" y="0"/>
                </a:lnTo>
                <a:lnTo>
                  <a:pt x="9359114" y="3809940"/>
                </a:lnTo>
                <a:lnTo>
                  <a:pt x="0" y="3809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0066" y="95621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HALAMAN 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86781" y="2961094"/>
            <a:ext cx="5572519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2D3E70"/>
                </a:solidFill>
                <a:latin typeface="Boston Angel"/>
                <a:ea typeface="Boston Angel"/>
                <a:cs typeface="Boston Angel"/>
                <a:sym typeface="Boston Angel"/>
              </a:rPr>
              <a:t>Database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897638" y="1019119"/>
            <a:ext cx="9239194" cy="9239194"/>
          </a:xfrm>
          <a:custGeom>
            <a:avLst/>
            <a:gdLst/>
            <a:ahLst/>
            <a:cxnLst/>
            <a:rect r="r" b="b" t="t" l="l"/>
            <a:pathLst>
              <a:path h="9239194" w="9239194">
                <a:moveTo>
                  <a:pt x="0" y="0"/>
                </a:moveTo>
                <a:lnTo>
                  <a:pt x="9239195" y="0"/>
                </a:lnTo>
                <a:lnTo>
                  <a:pt x="9239195" y="9239195"/>
                </a:lnTo>
                <a:lnTo>
                  <a:pt x="0" y="9239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95621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363A64"/>
                </a:solidFill>
                <a:latin typeface="Be Vietnam"/>
                <a:ea typeface="Be Vietnam"/>
                <a:cs typeface="Be Vietnam"/>
                <a:sym typeface="Be Vietnam"/>
              </a:rPr>
              <a:t>HALAMAN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7567" y="4038628"/>
            <a:ext cx="5614233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0000">
                <a:solidFill>
                  <a:srgbClr val="2D3E70"/>
                </a:solidFill>
                <a:latin typeface="Boston Angel"/>
                <a:ea typeface="Boston Angel"/>
                <a:cs typeface="Boston Angel"/>
                <a:sym typeface="Boston Angel"/>
              </a:rPr>
              <a:t>Design Web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65948" y="2466621"/>
            <a:ext cx="12356095" cy="7820379"/>
          </a:xfrm>
          <a:custGeom>
            <a:avLst/>
            <a:gdLst/>
            <a:ahLst/>
            <a:cxnLst/>
            <a:rect r="r" b="b" t="t" l="l"/>
            <a:pathLst>
              <a:path h="7820379" w="12356095">
                <a:moveTo>
                  <a:pt x="0" y="0"/>
                </a:moveTo>
                <a:lnTo>
                  <a:pt x="12356095" y="0"/>
                </a:lnTo>
                <a:lnTo>
                  <a:pt x="12356095" y="7820379"/>
                </a:lnTo>
                <a:lnTo>
                  <a:pt x="0" y="7820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9562148"/>
            <a:ext cx="468923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AF4EB"/>
                </a:solidFill>
                <a:latin typeface="Be Vietnam"/>
                <a:ea typeface="Be Vietnam"/>
                <a:cs typeface="Be Vietnam"/>
                <a:sym typeface="Be Vietnam"/>
              </a:rPr>
              <a:t>HALAMAN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66047" y="837846"/>
            <a:ext cx="11755896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0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Rangkaian Elektronika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01830" y="1692493"/>
            <a:ext cx="8336473" cy="6776454"/>
          </a:xfrm>
          <a:custGeom>
            <a:avLst/>
            <a:gdLst/>
            <a:ahLst/>
            <a:cxnLst/>
            <a:rect r="r" b="b" t="t" l="l"/>
            <a:pathLst>
              <a:path h="6776454" w="8336473">
                <a:moveTo>
                  <a:pt x="0" y="0"/>
                </a:moveTo>
                <a:lnTo>
                  <a:pt x="8336473" y="0"/>
                </a:lnTo>
                <a:lnTo>
                  <a:pt x="8336473" y="6776454"/>
                </a:lnTo>
                <a:lnTo>
                  <a:pt x="0" y="6776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583" t="-42935" r="-56754" b="-4174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0066" y="95621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D3E70"/>
                </a:solidFill>
                <a:latin typeface="Be Vietnam"/>
                <a:ea typeface="Be Vietnam"/>
                <a:cs typeface="Be Vietnam"/>
                <a:sym typeface="Be Vietnam"/>
              </a:rPr>
              <a:t>HALAMAN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82689"/>
            <a:ext cx="4689234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0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Tampak Atas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83219" y="1692493"/>
            <a:ext cx="8976081" cy="6776454"/>
          </a:xfrm>
          <a:custGeom>
            <a:avLst/>
            <a:gdLst/>
            <a:ahLst/>
            <a:cxnLst/>
            <a:rect r="r" b="b" t="t" l="l"/>
            <a:pathLst>
              <a:path h="6776454" w="8976081">
                <a:moveTo>
                  <a:pt x="0" y="0"/>
                </a:moveTo>
                <a:lnTo>
                  <a:pt x="8976081" y="0"/>
                </a:lnTo>
                <a:lnTo>
                  <a:pt x="8976081" y="6776454"/>
                </a:lnTo>
                <a:lnTo>
                  <a:pt x="0" y="6776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933" t="-32215" r="-43667" b="-5564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0066" y="95621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D3E70"/>
                </a:solidFill>
                <a:latin typeface="Be Vietnam"/>
                <a:ea typeface="Be Vietnam"/>
                <a:cs typeface="Be Vietnam"/>
                <a:sym typeface="Be Vietnam"/>
              </a:rPr>
              <a:t>HALAMAN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82689"/>
            <a:ext cx="4689234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0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Tampak Bawah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87326" y="1523237"/>
            <a:ext cx="7165480" cy="6776454"/>
          </a:xfrm>
          <a:custGeom>
            <a:avLst/>
            <a:gdLst/>
            <a:ahLst/>
            <a:cxnLst/>
            <a:rect r="r" b="b" t="t" l="l"/>
            <a:pathLst>
              <a:path h="6776454" w="7165480">
                <a:moveTo>
                  <a:pt x="0" y="0"/>
                </a:moveTo>
                <a:lnTo>
                  <a:pt x="7165480" y="0"/>
                </a:lnTo>
                <a:lnTo>
                  <a:pt x="7165480" y="6776454"/>
                </a:lnTo>
                <a:lnTo>
                  <a:pt x="0" y="6776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129" t="-27063" r="-38973" b="-3075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0066" y="95621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D3E70"/>
                </a:solidFill>
                <a:latin typeface="Be Vietnam"/>
                <a:ea typeface="Be Vietnam"/>
                <a:cs typeface="Be Vietnam"/>
                <a:sym typeface="Be Vietnam"/>
              </a:rPr>
              <a:t>HALAMAN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82689"/>
            <a:ext cx="4689234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0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Tampak Depan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74847" y="1523237"/>
            <a:ext cx="6790438" cy="6776454"/>
          </a:xfrm>
          <a:custGeom>
            <a:avLst/>
            <a:gdLst/>
            <a:ahLst/>
            <a:cxnLst/>
            <a:rect r="r" b="b" t="t" l="l"/>
            <a:pathLst>
              <a:path h="6776454" w="6790438">
                <a:moveTo>
                  <a:pt x="0" y="0"/>
                </a:moveTo>
                <a:lnTo>
                  <a:pt x="6790438" y="0"/>
                </a:lnTo>
                <a:lnTo>
                  <a:pt x="6790438" y="6776454"/>
                </a:lnTo>
                <a:lnTo>
                  <a:pt x="0" y="6776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731" t="-25993" r="-49409" b="-3280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0066" y="95621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D3E70"/>
                </a:solidFill>
                <a:latin typeface="Be Vietnam"/>
                <a:ea typeface="Be Vietnam"/>
                <a:cs typeface="Be Vietnam"/>
                <a:sym typeface="Be Vietnam"/>
              </a:rPr>
              <a:t>HALAMAN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82689"/>
            <a:ext cx="4689234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0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Tampak Belakang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AF4E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96212" y="1692493"/>
            <a:ext cx="5547708" cy="6776454"/>
          </a:xfrm>
          <a:custGeom>
            <a:avLst/>
            <a:gdLst/>
            <a:ahLst/>
            <a:cxnLst/>
            <a:rect r="r" b="b" t="t" l="l"/>
            <a:pathLst>
              <a:path h="6776454" w="5547708">
                <a:moveTo>
                  <a:pt x="0" y="0"/>
                </a:moveTo>
                <a:lnTo>
                  <a:pt x="5547708" y="0"/>
                </a:lnTo>
                <a:lnTo>
                  <a:pt x="5547708" y="6776454"/>
                </a:lnTo>
                <a:lnTo>
                  <a:pt x="0" y="6776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064" t="-34080" r="-98468" b="-3408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Seminar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0066" y="95621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D3E70"/>
                </a:solidFill>
                <a:latin typeface="Be Vietnam"/>
                <a:ea typeface="Be Vietnam"/>
                <a:cs typeface="Be Vietnam"/>
                <a:sym typeface="Be Vietnam"/>
              </a:rPr>
              <a:t>HALAMAN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82689"/>
            <a:ext cx="4689234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0000">
                <a:solidFill>
                  <a:srgbClr val="FAF4EB"/>
                </a:solidFill>
                <a:latin typeface="Boston Angel"/>
                <a:ea typeface="Boston Angel"/>
                <a:cs typeface="Boston Angel"/>
                <a:sym typeface="Boston Angel"/>
              </a:rPr>
              <a:t>Tampak Samping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600">
            <a:off x="-4772" y="1028700"/>
            <a:ext cx="18297535" cy="9525"/>
            <a:chOff x="0" y="0"/>
            <a:chExt cx="24396713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113634"/>
            <a:ext cx="18288019" cy="1173366"/>
          </a:xfrm>
          <a:custGeom>
            <a:avLst/>
            <a:gdLst/>
            <a:ahLst/>
            <a:cxnLst/>
            <a:rect r="r" b="b" t="t" l="l"/>
            <a:pathLst>
              <a:path h="1173366" w="18288019">
                <a:moveTo>
                  <a:pt x="0" y="0"/>
                </a:moveTo>
                <a:lnTo>
                  <a:pt x="18288020" y="0"/>
                </a:lnTo>
                <a:lnTo>
                  <a:pt x="18288020" y="1173366"/>
                </a:lnTo>
                <a:lnTo>
                  <a:pt x="0" y="117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Seminar Personal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0066" y="3880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Be Vietnam"/>
                <a:ea typeface="Be Vietnam"/>
                <a:cs typeface="Be Vietnam"/>
                <a:sym typeface="Be Vietnam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0066" y="9562148"/>
            <a:ext cx="46892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HALAMAN 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80057" y="3663421"/>
            <a:ext cx="7927876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2D3E70"/>
                </a:solidFill>
                <a:latin typeface="Boston Angel"/>
                <a:ea typeface="Boston Angel"/>
                <a:cs typeface="Boston Angel"/>
                <a:sym typeface="Boston Angel"/>
              </a:rPr>
              <a:t>Terima Kasih</a:t>
            </a:r>
          </a:p>
        </p:txBody>
      </p:sp>
      <p:grpSp>
        <p:nvGrpSpPr>
          <p:cNvPr name="Group 9" id="9"/>
          <p:cNvGrpSpPr/>
          <p:nvPr/>
        </p:nvGrpSpPr>
        <p:grpSpPr>
          <a:xfrm rot="-1620">
            <a:off x="-4769" y="8228541"/>
            <a:ext cx="18297536" cy="17244"/>
            <a:chOff x="0" y="0"/>
            <a:chExt cx="13475703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0"/>
              <a:ext cx="13463015" cy="12700"/>
            </a:xfrm>
            <a:custGeom>
              <a:avLst/>
              <a:gdLst/>
              <a:ahLst/>
              <a:cxnLst/>
              <a:rect r="r" b="b" t="t" l="l"/>
              <a:pathLst>
                <a:path h="12700" w="13463015">
                  <a:moveTo>
                    <a:pt x="0" y="0"/>
                  </a:moveTo>
                  <a:lnTo>
                    <a:pt x="13463015" y="0"/>
                  </a:lnTo>
                  <a:lnTo>
                    <a:pt x="1346301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3E7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753319" y="5598867"/>
            <a:ext cx="2781352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499">
                <a:solidFill>
                  <a:srgbClr val="2D3E70"/>
                </a:solidFill>
                <a:latin typeface="Be Vietnam"/>
                <a:ea typeface="Be Vietnam"/>
                <a:cs typeface="Be Vietnam"/>
                <a:sym typeface="Be Vietnam"/>
              </a:rPr>
              <a:t>Diskusi &amp; Evaluasi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DAHIsZghOVc</dc:identifier>
  <dcterms:modified xsi:type="dcterms:W3CDTF">2011-08-01T06:04:30Z</dcterms:modified>
  <cp:revision>1</cp:revision>
  <dc:title>sempro hilmy.pptx</dc:title>
</cp:coreProperties>
</file>